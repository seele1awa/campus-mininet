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FE4EE-8773-4AC9-AAB2-D636E24322BB}" v="4" dt="2026-06-12T02:06:40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äniaJK Ryu" userId="bce3b08836d1181b" providerId="LiveId" clId="{1E90C28D-5764-4F7E-B60B-5704C719BAA6}"/>
    <pc:docChg chg="undo custSel modSld">
      <pc:chgData name="SäniaJK Ryu" userId="bce3b08836d1181b" providerId="LiveId" clId="{1E90C28D-5764-4F7E-B60B-5704C719BAA6}" dt="2026-06-12T02:06:40.259" v="50"/>
      <pc:docMkLst>
        <pc:docMk/>
      </pc:docMkLst>
      <pc:sldChg chg="addSp delSp modSp mod">
        <pc:chgData name="SäniaJK Ryu" userId="bce3b08836d1181b" providerId="LiveId" clId="{1E90C28D-5764-4F7E-B60B-5704C719BAA6}" dt="2026-06-11T13:08:51.472" v="45" actId="1076"/>
        <pc:sldMkLst>
          <pc:docMk/>
          <pc:sldMk cId="0" sldId="258"/>
        </pc:sldMkLst>
        <pc:picChg chg="add del mod">
          <ac:chgData name="SäniaJK Ryu" userId="bce3b08836d1181b" providerId="LiveId" clId="{1E90C28D-5764-4F7E-B60B-5704C719BAA6}" dt="2026-06-11T13:06:17.116" v="8" actId="931"/>
          <ac:picMkLst>
            <pc:docMk/>
            <pc:sldMk cId="0" sldId="258"/>
            <ac:picMk id="4" creationId="{01C1AC23-A4D5-8943-DD34-902386344523}"/>
          </ac:picMkLst>
        </pc:picChg>
        <pc:picChg chg="add mod">
          <ac:chgData name="SäniaJK Ryu" userId="bce3b08836d1181b" providerId="LiveId" clId="{1E90C28D-5764-4F7E-B60B-5704C719BAA6}" dt="2026-06-11T13:08:51.472" v="45" actId="1076"/>
          <ac:picMkLst>
            <pc:docMk/>
            <pc:sldMk cId="0" sldId="258"/>
            <ac:picMk id="6" creationId="{C24D166C-9CBD-1479-348D-DB2957EAC797}"/>
          </ac:picMkLst>
        </pc:picChg>
      </pc:sldChg>
      <pc:sldChg chg="addSp delSp modSp mod modAnim">
        <pc:chgData name="SäniaJK Ryu" userId="bce3b08836d1181b" providerId="LiveId" clId="{1E90C28D-5764-4F7E-B60B-5704C719BAA6}" dt="2026-06-11T13:08:27.514" v="43" actId="14100"/>
        <pc:sldMkLst>
          <pc:docMk/>
          <pc:sldMk cId="0" sldId="259"/>
        </pc:sldMkLst>
        <pc:picChg chg="add del mod">
          <ac:chgData name="SäniaJK Ryu" userId="bce3b08836d1181b" providerId="LiveId" clId="{1E90C28D-5764-4F7E-B60B-5704C719BAA6}" dt="2026-06-11T13:07:27.648" v="32" actId="478"/>
          <ac:picMkLst>
            <pc:docMk/>
            <pc:sldMk cId="0" sldId="259"/>
            <ac:picMk id="4" creationId="{AFB8A50E-657F-6E0F-BF51-4E82659D431E}"/>
          </ac:picMkLst>
        </pc:picChg>
        <pc:picChg chg="add mod">
          <ac:chgData name="SäniaJK Ryu" userId="bce3b08836d1181b" providerId="LiveId" clId="{1E90C28D-5764-4F7E-B60B-5704C719BAA6}" dt="2026-06-11T13:08:27.514" v="43" actId="14100"/>
          <ac:picMkLst>
            <pc:docMk/>
            <pc:sldMk cId="0" sldId="259"/>
            <ac:picMk id="6" creationId="{C8E2747E-AAFA-9C1D-A852-894EDDC8EF4C}"/>
          </ac:picMkLst>
        </pc:picChg>
      </pc:sldChg>
      <pc:sldChg chg="addSp modSp mod modAnim">
        <pc:chgData name="SäniaJK Ryu" userId="bce3b08836d1181b" providerId="LiveId" clId="{1E90C28D-5764-4F7E-B60B-5704C719BAA6}" dt="2026-06-12T02:06:40.259" v="50"/>
        <pc:sldMkLst>
          <pc:docMk/>
          <pc:sldMk cId="0" sldId="261"/>
        </pc:sldMkLst>
        <pc:picChg chg="add mod">
          <ac:chgData name="SäniaJK Ryu" userId="bce3b08836d1181b" providerId="LiveId" clId="{1E90C28D-5764-4F7E-B60B-5704C719BAA6}" dt="2026-06-12T02:06:31.221" v="49" actId="1076"/>
          <ac:picMkLst>
            <pc:docMk/>
            <pc:sldMk cId="0" sldId="261"/>
            <ac:picMk id="4" creationId="{3FE4F658-D7AD-47CA-47C6-6C940F51AC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838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D166C-9CBD-1479-348D-DB2957EAC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362" y="180079"/>
            <a:ext cx="3364991" cy="6584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E2747E-AAFA-9C1D-A852-894EDDC8E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27" y="1744738"/>
            <a:ext cx="10166051" cy="3671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E4F658-D7AD-47CA-47C6-6C940F51A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34" y="672905"/>
            <a:ext cx="10175443" cy="55121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Drive\X-File\U\U2S2\Computer Network\campus-mininet\outputs\manual-presentation-export\presentations\campus-vpn-ppt\preview\slid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</Words>
  <Application>Microsoft Office PowerPoint</Application>
  <PresentationFormat>Widescreen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campus-mininet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Mininet 的校园网构建汇报</dc:title>
  <dc:subject>基于 Mininet 的校园网构建</dc:subject>
  <dc:creator>campus-mininet</dc:creator>
  <cp:lastModifiedBy>Saniäburg JK Ryu</cp:lastModifiedBy>
  <cp:revision>1</cp:revision>
  <dcterms:created xsi:type="dcterms:W3CDTF">2026-06-11T13:03:42Z</dcterms:created>
  <dcterms:modified xsi:type="dcterms:W3CDTF">2026-06-12T02:06:46Z</dcterms:modified>
</cp:coreProperties>
</file>